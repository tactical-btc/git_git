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70" r:id="rId8"/>
    <p:sldId id="262" r:id="rId9"/>
    <p:sldId id="268" r:id="rId10"/>
    <p:sldId id="273" r:id="rId11"/>
    <p:sldId id="26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3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0FF2-9544-4E5F-88A0-D7E39537C4BC}" type="datetimeFigureOut">
              <a:rPr lang="ko-KR" altLang="en-US" smtClean="0"/>
              <a:t>2022-07-21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A12A-0FE4-4ABF-A9EA-74B79FB67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0FF2-9544-4E5F-88A0-D7E39537C4BC}" type="datetimeFigureOut">
              <a:rPr lang="ko-KR" altLang="en-US" smtClean="0"/>
              <a:t>2022-07-21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A12A-0FE4-4ABF-A9EA-74B79FB67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01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0FF2-9544-4E5F-88A0-D7E39537C4BC}" type="datetimeFigureOut">
              <a:rPr lang="ko-KR" altLang="en-US" smtClean="0"/>
              <a:t>2022-07-21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A12A-0FE4-4ABF-A9EA-74B79FB67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262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0FF2-9544-4E5F-88A0-D7E39537C4BC}" type="datetimeFigureOut">
              <a:rPr lang="ko-KR" altLang="en-US" smtClean="0"/>
              <a:t>2022-07-21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A12A-0FE4-4ABF-A9EA-74B79FB67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756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0FF2-9544-4E5F-88A0-D7E39537C4BC}" type="datetimeFigureOut">
              <a:rPr lang="ko-KR" altLang="en-US" smtClean="0"/>
              <a:t>2022-07-21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A12A-0FE4-4ABF-A9EA-74B79FB67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23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0FF2-9544-4E5F-88A0-D7E39537C4BC}" type="datetimeFigureOut">
              <a:rPr lang="ko-KR" altLang="en-US" smtClean="0"/>
              <a:t>2022-07-21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A12A-0FE4-4ABF-A9EA-74B79FB67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063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0FF2-9544-4E5F-88A0-D7E39537C4BC}" type="datetimeFigureOut">
              <a:rPr lang="ko-KR" altLang="en-US" smtClean="0"/>
              <a:t>2022-07-21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A12A-0FE4-4ABF-A9EA-74B79FB67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508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0FF2-9544-4E5F-88A0-D7E39537C4BC}" type="datetimeFigureOut">
              <a:rPr lang="ko-KR" altLang="en-US" smtClean="0"/>
              <a:t>2022-07-21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A12A-0FE4-4ABF-A9EA-74B79FB67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242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0FF2-9544-4E5F-88A0-D7E39537C4BC}" type="datetimeFigureOut">
              <a:rPr lang="ko-KR" altLang="en-US" smtClean="0"/>
              <a:t>2022-07-21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A12A-0FE4-4ABF-A9EA-74B79FB67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479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0FF2-9544-4E5F-88A0-D7E39537C4BC}" type="datetimeFigureOut">
              <a:rPr lang="ko-KR" altLang="en-US" smtClean="0"/>
              <a:t>2022-07-21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A12A-0FE4-4ABF-A9EA-74B79FB67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22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0FF2-9544-4E5F-88A0-D7E39537C4BC}" type="datetimeFigureOut">
              <a:rPr lang="ko-KR" altLang="en-US" smtClean="0"/>
              <a:t>2022-07-21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A12A-0FE4-4ABF-A9EA-74B79FB67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074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60FF2-9544-4E5F-88A0-D7E39537C4BC}" type="datetimeFigureOut">
              <a:rPr lang="ko-KR" altLang="en-US" smtClean="0"/>
              <a:t>2022-07-21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FA12A-0FE4-4ABF-A9EA-74B79FB67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71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562" y="1166812"/>
            <a:ext cx="700087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47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37" y="119296"/>
            <a:ext cx="5139328" cy="67022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447" y="154851"/>
            <a:ext cx="3398309" cy="6631136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531388" y="859939"/>
            <a:ext cx="457573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510253" y="1019014"/>
            <a:ext cx="457573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31388" y="1178088"/>
            <a:ext cx="898113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126868" y="4051393"/>
            <a:ext cx="179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/>
              <a:t>Perplexity: 40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3773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67" y="346990"/>
            <a:ext cx="4704606" cy="60317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08" y="346990"/>
            <a:ext cx="5297214" cy="6031738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7245832" y="5599912"/>
            <a:ext cx="3859398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710763" y="5758987"/>
            <a:ext cx="336098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30571" y="6306292"/>
            <a:ext cx="2940495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240515" y="6138318"/>
            <a:ext cx="52621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99203" y="2509595"/>
            <a:ext cx="179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/>
              <a:t>Perplexity: 20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762255" y="1427222"/>
            <a:ext cx="179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/>
              <a:t>Perplexity:80</a:t>
            </a:r>
            <a:endParaRPr lang="ko-KR" alt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6710763" y="4877959"/>
            <a:ext cx="2973868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710763" y="5163848"/>
            <a:ext cx="3761453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987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42" y="270709"/>
            <a:ext cx="5115783" cy="6477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905" y="270709"/>
            <a:ext cx="6096000" cy="64770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8529950" y="6487568"/>
            <a:ext cx="2936759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939150" y="6699876"/>
            <a:ext cx="1369376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230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28" y="257175"/>
            <a:ext cx="5962650" cy="6343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578" y="1793457"/>
            <a:ext cx="5886450" cy="3495675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6546525" y="3235835"/>
            <a:ext cx="5327326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546525" y="3421607"/>
            <a:ext cx="5327326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546525" y="3614054"/>
            <a:ext cx="4739974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284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59273" cy="6858000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39985" y="5195900"/>
            <a:ext cx="4092552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018966" y="5388347"/>
            <a:ext cx="4080316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97013" y="5827749"/>
            <a:ext cx="4942432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97013" y="6006847"/>
            <a:ext cx="5022526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97013" y="6172596"/>
            <a:ext cx="1872184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841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44" y="240631"/>
            <a:ext cx="5243722" cy="62323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061" y="189748"/>
            <a:ext cx="6076950" cy="63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90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4942" b="18362"/>
          <a:stretch/>
        </p:blipFill>
        <p:spPr>
          <a:xfrm>
            <a:off x="220481" y="751624"/>
            <a:ext cx="5406083" cy="55986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889" y="1015312"/>
            <a:ext cx="6087321" cy="5204810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5919127" y="1280220"/>
            <a:ext cx="5867956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919127" y="1519388"/>
            <a:ext cx="2891150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365202" y="1851999"/>
            <a:ext cx="4727738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412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100" y="0"/>
            <a:ext cx="89857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8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07" y="144379"/>
            <a:ext cx="8919387" cy="657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64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" y="876300"/>
            <a:ext cx="1062037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4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7</Words>
  <Application>Microsoft Office PowerPoint</Application>
  <PresentationFormat>Widescreen</PresentationFormat>
  <Paragraphs>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Jihoon Park</dc:creator>
  <cp:lastModifiedBy>Jihoon Park</cp:lastModifiedBy>
  <cp:revision>11</cp:revision>
  <dcterms:created xsi:type="dcterms:W3CDTF">2022-07-21T01:22:15Z</dcterms:created>
  <dcterms:modified xsi:type="dcterms:W3CDTF">2022-07-21T05:25:21Z</dcterms:modified>
</cp:coreProperties>
</file>